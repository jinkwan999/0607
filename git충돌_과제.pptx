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2" r:id="rId2"/>
    <p:sldId id="256" r:id="rId3"/>
    <p:sldId id="257" r:id="rId4"/>
    <p:sldId id="260" r:id="rId5"/>
    <p:sldId id="258" r:id="rId6"/>
    <p:sldId id="259" r:id="rId7"/>
    <p:sldId id="261" r:id="rId8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21" autoAdjust="0"/>
    <p:restoredTop sz="94660"/>
  </p:normalViewPr>
  <p:slideViewPr>
    <p:cSldViewPr snapToGrid="0">
      <p:cViewPr varScale="1">
        <p:scale>
          <a:sx n="74" d="100"/>
          <a:sy n="74" d="100"/>
        </p:scale>
        <p:origin x="726" y="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A4B8938-4D74-49D3-97C7-BBFC541ABA1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D55ED1B-A19D-4058-8AD4-64505631950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F6B5C1D-155D-4FDB-8576-B22139848F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D3DB92-879C-45E5-8D4F-A4F21FCEA7AD}" type="datetimeFigureOut">
              <a:rPr lang="ko-KR" altLang="en-US" smtClean="0"/>
              <a:t>2026-06-07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19559F7-C0D6-4132-93EF-F1D1A1D41B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ECC858F-8F28-44B9-9DBD-C160D2A39D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3C682C-9384-47A7-9E29-4B3E64F444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1421340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273B11E-D4D8-4F91-A2F1-CE3C5B76C1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13AC659-EE3C-4BCE-BDAB-2D9DE29E56D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D3B4F8A-02DD-466C-9FAB-A21271EA9F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D3DB92-879C-45E5-8D4F-A4F21FCEA7AD}" type="datetimeFigureOut">
              <a:rPr lang="ko-KR" altLang="en-US" smtClean="0"/>
              <a:t>2026-06-07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94FB31C-8FDB-499C-BD40-A9BA3C2063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7F63BD5-FCD8-4FEA-AC04-CA2E987583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3C682C-9384-47A7-9E29-4B3E64F444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993942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D054E16-2207-499E-9A5D-6AE7244066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8504444-7185-4D24-9E8D-29A4F215F00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9CDFD34-3490-4516-AA88-42DDF601CC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D3DB92-879C-45E5-8D4F-A4F21FCEA7AD}" type="datetimeFigureOut">
              <a:rPr lang="ko-KR" altLang="en-US" smtClean="0"/>
              <a:t>2026-06-07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32DC209-4920-4D8D-922C-C90195DF29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62A6B6C-49D9-471C-83CD-E71402DF60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3C682C-9384-47A7-9E29-4B3E64F444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1900609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B411790-3A9C-4112-863D-7F89CA127A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854344D-B34C-4CF8-B792-AB8DE29D485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5393939E-D05F-4D05-AF54-272166D1BA7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6607350D-1377-4B14-88A6-77E238235F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D3DB92-879C-45E5-8D4F-A4F21FCEA7AD}" type="datetimeFigureOut">
              <a:rPr lang="ko-KR" altLang="en-US" smtClean="0"/>
              <a:t>2026-06-07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B1474447-789A-4600-8723-0F1A162DDB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43596C01-E1F4-4F93-9182-90280E2D31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3C682C-9384-47A7-9E29-4B3E64F444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398550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D4B1CC9-2E0E-44A9-A99A-57A88A19D6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A3C466D3-E5B9-4C8E-9AD6-FADCE7A6733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FF0BF00D-E876-47AE-AAE2-7905EA76E04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EE72655A-AD54-4E81-8A39-7F7A4C44E78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C7C4E77F-5B4B-4CEA-94EE-60E987650E1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B109D1C1-9710-4BFC-A7C2-516372A28F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D3DB92-879C-45E5-8D4F-A4F21FCEA7AD}" type="datetimeFigureOut">
              <a:rPr lang="ko-KR" altLang="en-US" smtClean="0"/>
              <a:t>2026-06-07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60AA98B0-D9C4-48CB-9456-DE220A5CAC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83B973EB-2BB2-4B84-8896-8F1B63B7F7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3C682C-9384-47A7-9E29-4B3E64F444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0895448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A0CE0D3-71EC-4EC5-92DF-52BF8C315D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AA01B45E-2FFE-48B9-98C8-250A07681F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D3DB92-879C-45E5-8D4F-A4F21FCEA7AD}" type="datetimeFigureOut">
              <a:rPr lang="ko-KR" altLang="en-US" smtClean="0"/>
              <a:t>2026-06-07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365B8B77-1C5C-441D-803B-E03FDE217F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23C0110C-FFFE-48A1-BDD2-503F7272A4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3C682C-9384-47A7-9E29-4B3E64F444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6379949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BF834D30-BFFD-4FC6-982F-676B64CEE5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D3DB92-879C-45E5-8D4F-A4F21FCEA7AD}" type="datetimeFigureOut">
              <a:rPr lang="ko-KR" altLang="en-US" smtClean="0"/>
              <a:t>2026-06-07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97362E7B-C689-45DA-B37C-5CD3DBA61D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2E5A290-A9B0-4A21-A705-A20B939B59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3C682C-9384-47A7-9E29-4B3E64F444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326292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643819B-5622-4BF5-BF13-B30193B677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C837F0B-7FEF-45D4-AF24-E5F934F275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997AAD7F-C842-43E8-825F-5F19F5401B9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18AC183B-3CBB-4C21-8C0F-8465F3A900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D3DB92-879C-45E5-8D4F-A4F21FCEA7AD}" type="datetimeFigureOut">
              <a:rPr lang="ko-KR" altLang="en-US" smtClean="0"/>
              <a:t>2026-06-07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102D677-9F72-4E10-99E1-6BBCE338F6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9A1C5CB0-459A-471D-8E2F-16B9BE0754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3C682C-9384-47A7-9E29-4B3E64F444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149589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44C20AF-985D-4DE4-A4C9-993528B62E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D57730C0-8874-4CA4-9575-722A05D3D72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DD1E8C37-7483-4C1C-86F0-AAC5A0B32F2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CF5D2B0C-E014-4214-B03C-4D5726BAFE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D3DB92-879C-45E5-8D4F-A4F21FCEA7AD}" type="datetimeFigureOut">
              <a:rPr lang="ko-KR" altLang="en-US" smtClean="0"/>
              <a:t>2026-06-07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55B4B99D-1CBF-4019-8754-AEAD7AFCE3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68B6D1E9-D0E4-45A1-9935-14F7C85216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3C682C-9384-47A7-9E29-4B3E64F444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1892651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E3960A5-DFBA-4F6B-B69A-681536FC35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87E04076-548B-4CFB-9F24-A943E891B9A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D8DA57A-5E1C-4EE7-A413-416E59F752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D3DB92-879C-45E5-8D4F-A4F21FCEA7AD}" type="datetimeFigureOut">
              <a:rPr lang="ko-KR" altLang="en-US" smtClean="0"/>
              <a:t>2026-06-07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6865D1D-C2AC-44D7-BA1E-423C32E5D6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032C2AA-72F3-4AE8-8B3D-5D54E8DE7C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3C682C-9384-47A7-9E29-4B3E64F444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7877961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21D75DFD-147E-4629-97A9-F7F03B2DEE5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D9DDBC7C-7BE3-4ADD-9118-1CDED8549FE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117625F-0048-4169-9434-A4BE849484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D3DB92-879C-45E5-8D4F-A4F21FCEA7AD}" type="datetimeFigureOut">
              <a:rPr lang="ko-KR" altLang="en-US" smtClean="0"/>
              <a:t>2026-06-07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3D6E8C2-BC97-4759-AF35-2E1D1FA8F2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92FC788-6A5B-4C1B-8910-5C7973800F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3C682C-9384-47A7-9E29-4B3E64F444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1328805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33DE9FE1-158E-4FA4-8EAF-130EEA97B0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1BD73FA-F9CD-4A7E-870B-8A30E31DABD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987B3AE-E51F-4C74-8E98-E9966B5A5D3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9D3DB92-879C-45E5-8D4F-A4F21FCEA7AD}" type="datetimeFigureOut">
              <a:rPr lang="ko-KR" altLang="en-US" smtClean="0"/>
              <a:t>2026-06-07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A1E0412-A1C7-4C4F-9965-CCEB8E3355D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092C3A5-555F-4F8F-9717-6C9C5E08DBD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83C682C-9384-47A7-9E29-4B3E64F444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3845913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2CDCFF1F-82BF-4D42-8597-9913474C20BC}"/>
              </a:ext>
            </a:extLst>
          </p:cNvPr>
          <p:cNvSpPr txBox="1"/>
          <p:nvPr/>
        </p:nvSpPr>
        <p:spPr>
          <a:xfrm>
            <a:off x="4163525" y="2628781"/>
            <a:ext cx="3864949" cy="16004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4000" b="1" dirty="0"/>
              <a:t>Git</a:t>
            </a:r>
            <a:r>
              <a:rPr lang="ko-KR" altLang="en-US" sz="4000" b="1" dirty="0"/>
              <a:t> 과제 </a:t>
            </a:r>
            <a:endParaRPr lang="en-US" altLang="ko-KR" sz="4000" b="1" dirty="0"/>
          </a:p>
          <a:p>
            <a:pPr algn="ctr"/>
            <a:endParaRPr lang="en-US" altLang="ko-KR" sz="4000" b="1" dirty="0"/>
          </a:p>
          <a:p>
            <a:pPr algn="ctr"/>
            <a:r>
              <a:rPr lang="ko-KR" altLang="en-US" dirty="0"/>
              <a:t>팀원 </a:t>
            </a:r>
            <a:r>
              <a:rPr lang="en-US" altLang="ko-KR" dirty="0"/>
              <a:t>: </a:t>
            </a:r>
            <a:r>
              <a:rPr lang="ko-KR" altLang="en-US" dirty="0"/>
              <a:t>정진관 박성현 </a:t>
            </a:r>
            <a:r>
              <a:rPr lang="ko-KR" altLang="en-US" dirty="0" err="1"/>
              <a:t>장주혁</a:t>
            </a:r>
            <a:r>
              <a:rPr lang="ko-KR" altLang="en-US" dirty="0"/>
              <a:t> </a:t>
            </a:r>
            <a:r>
              <a:rPr lang="ko-KR" altLang="en-US" dirty="0" err="1"/>
              <a:t>강창록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752020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9C267AA6-1FED-4E2D-8028-CC705C6BBE35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13399" b="21021"/>
          <a:stretch/>
        </p:blipFill>
        <p:spPr>
          <a:xfrm>
            <a:off x="245746" y="1881568"/>
            <a:ext cx="11364911" cy="1311966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24CD0D33-0B4E-4303-BFEB-0B189357D464}"/>
              </a:ext>
            </a:extLst>
          </p:cNvPr>
          <p:cNvSpPr txBox="1"/>
          <p:nvPr/>
        </p:nvSpPr>
        <p:spPr>
          <a:xfrm>
            <a:off x="26504" y="26504"/>
            <a:ext cx="4527073" cy="523220"/>
          </a:xfrm>
          <a:prstGeom prst="rect">
            <a:avLst/>
          </a:prstGeom>
          <a:noFill/>
          <a:ln w="3175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ko-KR" altLang="en-US" sz="2800" b="1" dirty="0"/>
              <a:t>첫번째 </a:t>
            </a:r>
            <a:r>
              <a:rPr lang="en-US" altLang="ko-KR" sz="2800" b="1" dirty="0"/>
              <a:t>merge </a:t>
            </a:r>
            <a:r>
              <a:rPr lang="ko-KR" altLang="en-US" sz="2800" b="1" dirty="0"/>
              <a:t>충돌 테스트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594F77F-F40D-4B58-B7FA-A5E73C833CB0}"/>
              </a:ext>
            </a:extLst>
          </p:cNvPr>
          <p:cNvSpPr txBox="1"/>
          <p:nvPr/>
        </p:nvSpPr>
        <p:spPr>
          <a:xfrm>
            <a:off x="344557" y="3429000"/>
            <a:ext cx="54963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b="1" dirty="0"/>
              <a:t>dev/a </a:t>
            </a:r>
            <a:r>
              <a:rPr lang="ko-KR" altLang="en-US" b="1" dirty="0" err="1"/>
              <a:t>브렌치를</a:t>
            </a:r>
            <a:r>
              <a:rPr lang="ko-KR" altLang="en-US" b="1" dirty="0"/>
              <a:t> </a:t>
            </a:r>
            <a:r>
              <a:rPr lang="en-US" altLang="ko-KR" b="1" dirty="0"/>
              <a:t>merge</a:t>
            </a:r>
            <a:r>
              <a:rPr lang="ko-KR" altLang="en-US" b="1" dirty="0"/>
              <a:t> 한 뒤 </a:t>
            </a:r>
            <a:r>
              <a:rPr lang="en-US" altLang="ko-KR" b="1" dirty="0"/>
              <a:t>dev/b </a:t>
            </a:r>
            <a:r>
              <a:rPr lang="ko-KR" altLang="en-US" b="1" dirty="0" err="1"/>
              <a:t>브렌치</a:t>
            </a:r>
            <a:r>
              <a:rPr lang="ko-KR" altLang="en-US" b="1" dirty="0"/>
              <a:t> </a:t>
            </a:r>
            <a:r>
              <a:rPr lang="en-US" altLang="ko-KR" b="1" dirty="0"/>
              <a:t>merge</a:t>
            </a:r>
            <a:endParaRPr lang="ko-KR" altLang="en-US" b="1" dirty="0"/>
          </a:p>
        </p:txBody>
      </p:sp>
    </p:spTree>
    <p:extLst>
      <p:ext uri="{BB962C8B-B14F-4D97-AF65-F5344CB8AC3E}">
        <p14:creationId xmlns:p14="http://schemas.microsoft.com/office/powerpoint/2010/main" val="216364872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F2AD6AB7-10E3-4EB9-A9D3-A9E7437F2DAC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48852"/>
          <a:stretch/>
        </p:blipFill>
        <p:spPr>
          <a:xfrm>
            <a:off x="947410" y="1285829"/>
            <a:ext cx="3824945" cy="3296110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B83CC4A6-D482-498D-BD4B-CCC6AED871BB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18402"/>
          <a:stretch/>
        </p:blipFill>
        <p:spPr>
          <a:xfrm>
            <a:off x="6096000" y="1285829"/>
            <a:ext cx="3979913" cy="2010056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F65DC2C1-471A-4532-801B-C6499CE2DCD3}"/>
              </a:ext>
            </a:extLst>
          </p:cNvPr>
          <p:cNvSpPr txBox="1"/>
          <p:nvPr/>
        </p:nvSpPr>
        <p:spPr>
          <a:xfrm>
            <a:off x="26504" y="26504"/>
            <a:ext cx="4527073" cy="523220"/>
          </a:xfrm>
          <a:prstGeom prst="rect">
            <a:avLst/>
          </a:prstGeom>
          <a:noFill/>
          <a:ln w="3175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ko-KR" altLang="en-US" sz="2800" b="1" dirty="0"/>
              <a:t>첫번째 </a:t>
            </a:r>
            <a:r>
              <a:rPr lang="en-US" altLang="ko-KR" sz="2800" b="1" dirty="0"/>
              <a:t>merge </a:t>
            </a:r>
            <a:r>
              <a:rPr lang="ko-KR" altLang="en-US" sz="2800" b="1" dirty="0"/>
              <a:t>충돌 테스트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1E4ABC2-D2BB-4370-A6C3-B0BF7AD00154}"/>
              </a:ext>
            </a:extLst>
          </p:cNvPr>
          <p:cNvSpPr txBox="1"/>
          <p:nvPr/>
        </p:nvSpPr>
        <p:spPr>
          <a:xfrm>
            <a:off x="947410" y="4948712"/>
            <a:ext cx="57102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b="1" dirty="0"/>
              <a:t>dev/a </a:t>
            </a:r>
            <a:r>
              <a:rPr lang="ko-KR" altLang="en-US" b="1" dirty="0" err="1"/>
              <a:t>브렌치의</a:t>
            </a:r>
            <a:r>
              <a:rPr lang="ko-KR" altLang="en-US" b="1" dirty="0"/>
              <a:t> 내용을 남기고 </a:t>
            </a:r>
            <a:r>
              <a:rPr lang="en-US" altLang="ko-KR" b="1" dirty="0"/>
              <a:t>dev/b</a:t>
            </a:r>
            <a:r>
              <a:rPr lang="ko-KR" altLang="en-US" b="1" dirty="0"/>
              <a:t>의 내용은 삭제</a:t>
            </a:r>
          </a:p>
        </p:txBody>
      </p:sp>
    </p:spTree>
    <p:extLst>
      <p:ext uri="{BB962C8B-B14F-4D97-AF65-F5344CB8AC3E}">
        <p14:creationId xmlns:p14="http://schemas.microsoft.com/office/powerpoint/2010/main" val="270850580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18F20527-0284-4C21-B2E0-203F82FEDC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4557" y="1179624"/>
            <a:ext cx="10288436" cy="1619476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9AD8612-4303-4A13-A495-E7E158CBC1E7}"/>
              </a:ext>
            </a:extLst>
          </p:cNvPr>
          <p:cNvSpPr txBox="1"/>
          <p:nvPr/>
        </p:nvSpPr>
        <p:spPr>
          <a:xfrm>
            <a:off x="26504" y="26504"/>
            <a:ext cx="4527073" cy="523220"/>
          </a:xfrm>
          <a:prstGeom prst="rect">
            <a:avLst/>
          </a:prstGeom>
          <a:noFill/>
          <a:ln w="3175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ko-KR" altLang="en-US" sz="2800" b="1" dirty="0"/>
              <a:t>두번째 </a:t>
            </a:r>
            <a:r>
              <a:rPr lang="en-US" altLang="ko-KR" sz="2800" b="1" dirty="0"/>
              <a:t>merge </a:t>
            </a:r>
            <a:r>
              <a:rPr lang="ko-KR" altLang="en-US" sz="2800" b="1" dirty="0"/>
              <a:t>충돌 테스트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E18B366-0A10-4DF8-8382-C4A76D97AFF2}"/>
              </a:ext>
            </a:extLst>
          </p:cNvPr>
          <p:cNvSpPr txBox="1"/>
          <p:nvPr/>
        </p:nvSpPr>
        <p:spPr>
          <a:xfrm>
            <a:off x="344557" y="3397454"/>
            <a:ext cx="55123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b="1" dirty="0"/>
              <a:t>dev/b </a:t>
            </a:r>
            <a:r>
              <a:rPr lang="ko-KR" altLang="en-US" b="1" dirty="0" err="1"/>
              <a:t>브렌치를</a:t>
            </a:r>
            <a:r>
              <a:rPr lang="ko-KR" altLang="en-US" b="1" dirty="0"/>
              <a:t> </a:t>
            </a:r>
            <a:r>
              <a:rPr lang="en-US" altLang="ko-KR" b="1" dirty="0"/>
              <a:t>merge</a:t>
            </a:r>
            <a:r>
              <a:rPr lang="ko-KR" altLang="en-US" b="1" dirty="0"/>
              <a:t> 한 뒤 </a:t>
            </a:r>
            <a:r>
              <a:rPr lang="en-US" altLang="ko-KR" b="1" dirty="0"/>
              <a:t>dev/c </a:t>
            </a:r>
            <a:r>
              <a:rPr lang="ko-KR" altLang="en-US" b="1" dirty="0" err="1"/>
              <a:t>브렌치</a:t>
            </a:r>
            <a:r>
              <a:rPr lang="ko-KR" altLang="en-US" b="1" dirty="0"/>
              <a:t> </a:t>
            </a:r>
            <a:r>
              <a:rPr lang="en-US" altLang="ko-KR" b="1" dirty="0"/>
              <a:t>merge</a:t>
            </a:r>
            <a:endParaRPr lang="ko-KR" altLang="en-US" b="1" dirty="0"/>
          </a:p>
        </p:txBody>
      </p:sp>
    </p:spTree>
    <p:extLst>
      <p:ext uri="{BB962C8B-B14F-4D97-AF65-F5344CB8AC3E}">
        <p14:creationId xmlns:p14="http://schemas.microsoft.com/office/powerpoint/2010/main" val="112160628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FDE989FF-982C-4657-81C9-F75D6C6012F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4368" y="1249181"/>
            <a:ext cx="3696216" cy="3381847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3B4FCE2B-9607-4099-BFF0-2547BF97E70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15586" y="1249181"/>
            <a:ext cx="2924583" cy="189574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EDB8D357-5871-415E-9D1B-B45515C9D7AB}"/>
              </a:ext>
            </a:extLst>
          </p:cNvPr>
          <p:cNvSpPr txBox="1"/>
          <p:nvPr/>
        </p:nvSpPr>
        <p:spPr>
          <a:xfrm>
            <a:off x="26504" y="26504"/>
            <a:ext cx="4527073" cy="523220"/>
          </a:xfrm>
          <a:prstGeom prst="rect">
            <a:avLst/>
          </a:prstGeom>
          <a:noFill/>
          <a:ln w="3175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ko-KR" altLang="en-US" sz="2800" b="1" dirty="0"/>
              <a:t>두번째 </a:t>
            </a:r>
            <a:r>
              <a:rPr lang="en-US" altLang="ko-KR" sz="2800" b="1" dirty="0"/>
              <a:t>merge </a:t>
            </a:r>
            <a:r>
              <a:rPr lang="ko-KR" altLang="en-US" sz="2800" b="1" dirty="0"/>
              <a:t>충돌 테스트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B832A4C-B916-4E09-8883-81A53E5E8E83}"/>
              </a:ext>
            </a:extLst>
          </p:cNvPr>
          <p:cNvSpPr txBox="1"/>
          <p:nvPr/>
        </p:nvSpPr>
        <p:spPr>
          <a:xfrm>
            <a:off x="684368" y="4923868"/>
            <a:ext cx="42306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b="1" dirty="0"/>
              <a:t>dev/c</a:t>
            </a:r>
            <a:r>
              <a:rPr lang="ko-KR" altLang="en-US" b="1" dirty="0"/>
              <a:t> 내용을 남기고 </a:t>
            </a:r>
            <a:r>
              <a:rPr lang="en-US" altLang="ko-KR" b="1" dirty="0"/>
              <a:t>dev/b </a:t>
            </a:r>
            <a:r>
              <a:rPr lang="ko-KR" altLang="en-US" b="1" dirty="0"/>
              <a:t>내용 삭제</a:t>
            </a:r>
          </a:p>
        </p:txBody>
      </p:sp>
    </p:spTree>
    <p:extLst>
      <p:ext uri="{BB962C8B-B14F-4D97-AF65-F5344CB8AC3E}">
        <p14:creationId xmlns:p14="http://schemas.microsoft.com/office/powerpoint/2010/main" val="409441706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F9FF0CDD-212F-4A08-BD67-5723A265C6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4880" y="1242369"/>
            <a:ext cx="3010320" cy="3286584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40E7F518-2E87-4794-9163-47574210D5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76603" y="1242369"/>
            <a:ext cx="2638793" cy="195289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9E493003-ACDA-4958-841C-BCA68A984B7A}"/>
              </a:ext>
            </a:extLst>
          </p:cNvPr>
          <p:cNvSpPr txBox="1"/>
          <p:nvPr/>
        </p:nvSpPr>
        <p:spPr>
          <a:xfrm>
            <a:off x="26504" y="26504"/>
            <a:ext cx="4527073" cy="523220"/>
          </a:xfrm>
          <a:prstGeom prst="rect">
            <a:avLst/>
          </a:prstGeom>
          <a:noFill/>
          <a:ln w="3175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ko-KR" altLang="en-US" sz="2800" b="1" dirty="0"/>
              <a:t>두번째 </a:t>
            </a:r>
            <a:r>
              <a:rPr lang="en-US" altLang="ko-KR" sz="2800" b="1" dirty="0"/>
              <a:t>merge </a:t>
            </a:r>
            <a:r>
              <a:rPr lang="ko-KR" altLang="en-US" sz="2800" b="1" dirty="0"/>
              <a:t>충돌 테스트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AE8C850-1F87-4027-AEF7-C2192AB16799}"/>
              </a:ext>
            </a:extLst>
          </p:cNvPr>
          <p:cNvSpPr txBox="1"/>
          <p:nvPr/>
        </p:nvSpPr>
        <p:spPr>
          <a:xfrm>
            <a:off x="784880" y="4852266"/>
            <a:ext cx="42306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b="1" dirty="0"/>
              <a:t>dev/c</a:t>
            </a:r>
            <a:r>
              <a:rPr lang="ko-KR" altLang="en-US" b="1" dirty="0"/>
              <a:t> 내용을 남기고 </a:t>
            </a:r>
            <a:r>
              <a:rPr lang="en-US" altLang="ko-KR" b="1" dirty="0"/>
              <a:t>dev/b </a:t>
            </a:r>
            <a:r>
              <a:rPr lang="ko-KR" altLang="en-US" b="1" dirty="0"/>
              <a:t>내용 삭제</a:t>
            </a:r>
          </a:p>
        </p:txBody>
      </p:sp>
    </p:spTree>
    <p:extLst>
      <p:ext uri="{BB962C8B-B14F-4D97-AF65-F5344CB8AC3E}">
        <p14:creationId xmlns:p14="http://schemas.microsoft.com/office/powerpoint/2010/main" val="241129255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>
            <a:extLst>
              <a:ext uri="{FF2B5EF4-FFF2-40B4-BE49-F238E27FC236}">
                <a16:creationId xmlns:a16="http://schemas.microsoft.com/office/drawing/2014/main" id="{E98C674A-CBE5-4182-A837-2295788464A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83" y="902152"/>
            <a:ext cx="12127017" cy="3410426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4AE755EA-47A9-4476-BCCC-A817EE22E6BE}"/>
              </a:ext>
            </a:extLst>
          </p:cNvPr>
          <p:cNvSpPr txBox="1"/>
          <p:nvPr/>
        </p:nvSpPr>
        <p:spPr>
          <a:xfrm>
            <a:off x="26504" y="26504"/>
            <a:ext cx="2619628" cy="523220"/>
          </a:xfrm>
          <a:prstGeom prst="rect">
            <a:avLst/>
          </a:prstGeom>
          <a:noFill/>
          <a:ln w="3175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ko-KR" altLang="en-US" sz="2800" b="1" dirty="0"/>
              <a:t>최종 </a:t>
            </a:r>
            <a:r>
              <a:rPr lang="en-US" altLang="ko-KR" sz="2800" b="1" dirty="0"/>
              <a:t>git graph</a:t>
            </a:r>
            <a:endParaRPr lang="ko-KR" altLang="en-US" sz="2800" b="1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A581707-CB09-472E-A111-64B81A53408B}"/>
              </a:ext>
            </a:extLst>
          </p:cNvPr>
          <p:cNvSpPr txBox="1"/>
          <p:nvPr/>
        </p:nvSpPr>
        <p:spPr>
          <a:xfrm>
            <a:off x="143523" y="4428196"/>
            <a:ext cx="2385589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b="1" dirty="0"/>
              <a:t>dev/b sub.cpp </a:t>
            </a:r>
            <a:r>
              <a:rPr lang="ko-KR" altLang="en-US" b="1" dirty="0"/>
              <a:t>수정 </a:t>
            </a:r>
            <a:endParaRPr lang="en-US" altLang="ko-KR" b="1" dirty="0"/>
          </a:p>
          <a:p>
            <a:r>
              <a:rPr lang="en-US" altLang="ko-KR" b="1" dirty="0"/>
              <a:t>dev/c mul.cpp </a:t>
            </a:r>
            <a:r>
              <a:rPr lang="ko-KR" altLang="en-US" b="1" dirty="0"/>
              <a:t>수정 </a:t>
            </a:r>
            <a:endParaRPr lang="en-US" altLang="ko-KR" b="1" dirty="0"/>
          </a:p>
          <a:p>
            <a:r>
              <a:rPr lang="en-US" altLang="ko-KR" b="1" dirty="0"/>
              <a:t>main calc.cpp </a:t>
            </a:r>
            <a:r>
              <a:rPr lang="ko-KR" altLang="en-US" b="1" dirty="0"/>
              <a:t>수정</a:t>
            </a:r>
          </a:p>
        </p:txBody>
      </p:sp>
    </p:spTree>
    <p:extLst>
      <p:ext uri="{BB962C8B-B14F-4D97-AF65-F5344CB8AC3E}">
        <p14:creationId xmlns:p14="http://schemas.microsoft.com/office/powerpoint/2010/main" val="149995188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40</TotalTime>
  <Words>106</Words>
  <Application>Microsoft Office PowerPoint</Application>
  <PresentationFormat>와이드스크린</PresentationFormat>
  <Paragraphs>17</Paragraphs>
  <Slides>7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7</vt:i4>
      </vt:variant>
    </vt:vector>
  </HeadingPairs>
  <TitlesOfParts>
    <vt:vector size="10" baseType="lpstr"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YUHAN</dc:creator>
  <cp:lastModifiedBy>YUHAN</cp:lastModifiedBy>
  <cp:revision>11</cp:revision>
  <dcterms:created xsi:type="dcterms:W3CDTF">2026-06-07T05:47:53Z</dcterms:created>
  <dcterms:modified xsi:type="dcterms:W3CDTF">2026-06-07T06:33:27Z</dcterms:modified>
</cp:coreProperties>
</file>