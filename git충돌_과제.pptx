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B8938-4D74-49D3-97C7-BBFC541AB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55ED1B-A19D-4058-8AD4-645056319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B5C1D-155D-4FDB-8576-B2213984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9559F7-C0D6-4132-93EF-F1D1A1D4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C858F-8F28-44B9-9DBD-C160D2A3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13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3B11E-D4D8-4F91-A2F1-CE3C5B76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AC659-EE3C-4BCE-BDAB-2D9DE29E5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B4F8A-02DD-466C-9FAB-A21271EA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FB31C-8FDB-499C-BD40-A9BA3C20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63BD5-FCD8-4FEA-AC04-CA2E9875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9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54E16-2207-499E-9A5D-6AE72440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504444-7185-4D24-9E8D-29A4F215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DFD34-3490-4516-AA88-42DDF601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2DC209-4920-4D8D-922C-C90195DF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A6B6C-49D9-471C-83CD-E71402DF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0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11790-3A9C-4112-863D-7F89CA12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54344D-B34C-4CF8-B792-AB8DE29D4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93939E-D05F-4D05-AF54-272166D1B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07350D-1377-4B14-88A6-77E23823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74447-789A-4600-8723-0F1A162D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596C01-E1F4-4F93-9182-90280E2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85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B1CC9-2E0E-44A9-A99A-57A88A19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C466D3-E5B9-4C8E-9AD6-FADCE7A67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0BF00D-E876-47AE-AAE2-7905EA76E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72655A-AD54-4E81-8A39-7F7A4C44E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C4E77F-5B4B-4CEA-94EE-60E987650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09D1C1-9710-4BFC-A7C2-516372A2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AA98B0-D9C4-48CB-9456-DE220A5C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B973EB-2BB2-4B84-8896-8F1B63B7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5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CE0D3-71EC-4EC5-92DF-52BF8C31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01B45E-2FFE-48B9-98C8-250A0768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B8B77-1C5C-441D-803B-E03FDE21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C0110C-FFFE-48A1-BDD2-503F7272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9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834D30-BFFD-4FC6-982F-676B64CE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2E7B-C689-45DA-B37C-5CD3DBA6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E5A290-A9B0-4A21-A705-A20B939B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6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3819B-5622-4BF5-BF13-B30193B6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837F0B-7FEF-45D4-AF24-E5F934F27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7AAD7F-C842-43E8-825F-5F19F540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AC183B-3CBB-4C21-8C0F-8465F3A9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02D677-9F72-4E10-99E1-6BBCE338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1C5CB0-459A-471D-8E2F-16B9BE07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95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C20AF-985D-4DE4-A4C9-993528B62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7730C0-8874-4CA4-9575-722A05D3D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1E8C37-7483-4C1C-86F0-AAC5A0B32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5D2B0C-E014-4214-B03C-4D5726BA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B4B99D-1CBF-4019-8754-AEAD7AFC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B6D1E9-D0E4-45A1-9935-14F7C852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92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960A5-DFBA-4F6B-B69A-681536FC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E04076-548B-4CFB-9F24-A943E891B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DA57A-5E1C-4EE7-A413-416E59F7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5D1D-C2AC-44D7-BA1E-423C32E5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32C2AA-72F3-4AE8-8B3D-5D54E8DE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779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D75DFD-147E-4629-97A9-F7F03B2DE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DDBC7C-7BE3-4ADD-9118-1CDED8549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7625F-0048-4169-9434-A4BE8494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6E8C2-BC97-4759-AF35-2E1D1FA8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2FC788-6A5B-4C1B-8910-5C797380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8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DE9FE1-158E-4FA4-8EAF-130EEA97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D73FA-F9CD-4A7E-870B-8A30E31D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7B3AE-E51F-4C74-8E98-E9966B5A5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3DB92-879C-45E5-8D4F-A4F21FCEA7A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E0412-A1C7-4C4F-9965-CCEB8E335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2C3A5-555F-4F8F-9717-6C9C5E08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C682C-9384-47A7-9E29-4B3E64F44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267AA6-1FED-4E2D-8028-CC705C6BBE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399" b="21021"/>
          <a:stretch/>
        </p:blipFill>
        <p:spPr>
          <a:xfrm>
            <a:off x="245746" y="1881568"/>
            <a:ext cx="11364911" cy="1311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D0D33-0B4E-4303-BFEB-0B189357D464}"/>
              </a:ext>
            </a:extLst>
          </p:cNvPr>
          <p:cNvSpPr txBox="1"/>
          <p:nvPr/>
        </p:nvSpPr>
        <p:spPr>
          <a:xfrm>
            <a:off x="26504" y="26504"/>
            <a:ext cx="4527073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첫번째 </a:t>
            </a:r>
            <a:r>
              <a:rPr lang="en-US" altLang="ko-KR" sz="2800" b="1" dirty="0"/>
              <a:t>merge </a:t>
            </a:r>
            <a:r>
              <a:rPr lang="ko-KR" altLang="en-US" sz="2800" b="1" dirty="0"/>
              <a:t>충돌 테스트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4F77F-F40D-4B58-B7FA-A5E73C833CB0}"/>
              </a:ext>
            </a:extLst>
          </p:cNvPr>
          <p:cNvSpPr txBox="1"/>
          <p:nvPr/>
        </p:nvSpPr>
        <p:spPr>
          <a:xfrm>
            <a:off x="344557" y="3429000"/>
            <a:ext cx="5496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dev/a </a:t>
            </a:r>
            <a:r>
              <a:rPr lang="ko-KR" altLang="en-US" b="1" dirty="0" err="1"/>
              <a:t>브렌치를</a:t>
            </a:r>
            <a:r>
              <a:rPr lang="ko-KR" altLang="en-US" b="1" dirty="0"/>
              <a:t> </a:t>
            </a:r>
            <a:r>
              <a:rPr lang="en-US" altLang="ko-KR" b="1" dirty="0"/>
              <a:t>merge</a:t>
            </a:r>
            <a:r>
              <a:rPr lang="ko-KR" altLang="en-US" b="1" dirty="0"/>
              <a:t> 한 뒤 </a:t>
            </a:r>
            <a:r>
              <a:rPr lang="en-US" altLang="ko-KR" b="1" dirty="0"/>
              <a:t>dev/b </a:t>
            </a:r>
            <a:r>
              <a:rPr lang="ko-KR" altLang="en-US" b="1" dirty="0" err="1"/>
              <a:t>브렌치</a:t>
            </a:r>
            <a:r>
              <a:rPr lang="ko-KR" altLang="en-US" b="1" dirty="0"/>
              <a:t> </a:t>
            </a:r>
            <a:r>
              <a:rPr lang="en-US" altLang="ko-KR" b="1" dirty="0"/>
              <a:t>merge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6364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AD6AB7-10E3-4EB9-A9D3-A9E7437F2D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852"/>
          <a:stretch/>
        </p:blipFill>
        <p:spPr>
          <a:xfrm>
            <a:off x="947410" y="1285829"/>
            <a:ext cx="3824945" cy="3296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3CC4A6-D482-498D-BD4B-CCC6AED871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402"/>
          <a:stretch/>
        </p:blipFill>
        <p:spPr>
          <a:xfrm>
            <a:off x="6096000" y="1285829"/>
            <a:ext cx="3979913" cy="2010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5DC2C1-471A-4532-801B-C6499CE2DCD3}"/>
              </a:ext>
            </a:extLst>
          </p:cNvPr>
          <p:cNvSpPr txBox="1"/>
          <p:nvPr/>
        </p:nvSpPr>
        <p:spPr>
          <a:xfrm>
            <a:off x="26504" y="26504"/>
            <a:ext cx="4527073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첫번째 </a:t>
            </a:r>
            <a:r>
              <a:rPr lang="en-US" altLang="ko-KR" sz="2800" b="1" dirty="0"/>
              <a:t>merge </a:t>
            </a:r>
            <a:r>
              <a:rPr lang="ko-KR" altLang="en-US" sz="2800" b="1" dirty="0"/>
              <a:t>충돌 테스트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4ABC2-D2BB-4370-A6C3-B0BF7AD00154}"/>
              </a:ext>
            </a:extLst>
          </p:cNvPr>
          <p:cNvSpPr txBox="1"/>
          <p:nvPr/>
        </p:nvSpPr>
        <p:spPr>
          <a:xfrm>
            <a:off x="947410" y="4948712"/>
            <a:ext cx="571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dev/a </a:t>
            </a:r>
            <a:r>
              <a:rPr lang="ko-KR" altLang="en-US" b="1" dirty="0" err="1"/>
              <a:t>브렌치의</a:t>
            </a:r>
            <a:r>
              <a:rPr lang="ko-KR" altLang="en-US" b="1" dirty="0"/>
              <a:t> 내용을 남기고 </a:t>
            </a:r>
            <a:r>
              <a:rPr lang="en-US" altLang="ko-KR" b="1" dirty="0"/>
              <a:t>dev/b</a:t>
            </a:r>
            <a:r>
              <a:rPr lang="ko-KR" altLang="en-US" b="1" dirty="0"/>
              <a:t>의 내용은 삭제</a:t>
            </a:r>
          </a:p>
        </p:txBody>
      </p:sp>
    </p:spTree>
    <p:extLst>
      <p:ext uri="{BB962C8B-B14F-4D97-AF65-F5344CB8AC3E}">
        <p14:creationId xmlns:p14="http://schemas.microsoft.com/office/powerpoint/2010/main" val="270850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F20527-0284-4C21-B2E0-203F82FE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57" y="1179624"/>
            <a:ext cx="10288436" cy="161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AD8612-4303-4A13-A495-E7E158CBC1E7}"/>
              </a:ext>
            </a:extLst>
          </p:cNvPr>
          <p:cNvSpPr txBox="1"/>
          <p:nvPr/>
        </p:nvSpPr>
        <p:spPr>
          <a:xfrm>
            <a:off x="26504" y="26504"/>
            <a:ext cx="4527073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두번째 </a:t>
            </a:r>
            <a:r>
              <a:rPr lang="en-US" altLang="ko-KR" sz="2800" b="1" dirty="0"/>
              <a:t>merge </a:t>
            </a:r>
            <a:r>
              <a:rPr lang="ko-KR" altLang="en-US" sz="2800" b="1" dirty="0"/>
              <a:t>충돌 테스트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8B366-0A10-4DF8-8382-C4A76D97AFF2}"/>
              </a:ext>
            </a:extLst>
          </p:cNvPr>
          <p:cNvSpPr txBox="1"/>
          <p:nvPr/>
        </p:nvSpPr>
        <p:spPr>
          <a:xfrm>
            <a:off x="344557" y="3397454"/>
            <a:ext cx="5512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dev/b </a:t>
            </a:r>
            <a:r>
              <a:rPr lang="ko-KR" altLang="en-US" b="1" dirty="0" err="1"/>
              <a:t>브렌치를</a:t>
            </a:r>
            <a:r>
              <a:rPr lang="ko-KR" altLang="en-US" b="1" dirty="0"/>
              <a:t> </a:t>
            </a:r>
            <a:r>
              <a:rPr lang="en-US" altLang="ko-KR" b="1" dirty="0"/>
              <a:t>merge</a:t>
            </a:r>
            <a:r>
              <a:rPr lang="ko-KR" altLang="en-US" b="1" dirty="0"/>
              <a:t> 한 뒤 </a:t>
            </a:r>
            <a:r>
              <a:rPr lang="en-US" altLang="ko-KR" b="1" dirty="0"/>
              <a:t>dev/c </a:t>
            </a:r>
            <a:r>
              <a:rPr lang="ko-KR" altLang="en-US" b="1" dirty="0" err="1"/>
              <a:t>브렌치</a:t>
            </a:r>
            <a:r>
              <a:rPr lang="ko-KR" altLang="en-US" b="1" dirty="0"/>
              <a:t> </a:t>
            </a:r>
            <a:r>
              <a:rPr lang="en-US" altLang="ko-KR" b="1" dirty="0"/>
              <a:t>merge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2160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E989FF-982C-4657-81C9-F75D6C60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68" y="1249181"/>
            <a:ext cx="3696216" cy="33818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4FCE2B-9607-4099-BFF0-2547BF97E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586" y="1249181"/>
            <a:ext cx="2924583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B8D357-5871-415E-9D1B-B45515C9D7AB}"/>
              </a:ext>
            </a:extLst>
          </p:cNvPr>
          <p:cNvSpPr txBox="1"/>
          <p:nvPr/>
        </p:nvSpPr>
        <p:spPr>
          <a:xfrm>
            <a:off x="26504" y="26504"/>
            <a:ext cx="4527073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두번째 </a:t>
            </a:r>
            <a:r>
              <a:rPr lang="en-US" altLang="ko-KR" sz="2800" b="1" dirty="0"/>
              <a:t>merge </a:t>
            </a:r>
            <a:r>
              <a:rPr lang="ko-KR" altLang="en-US" sz="2800" b="1" dirty="0"/>
              <a:t>충돌 테스트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32A4C-B916-4E09-8883-81A53E5E8E83}"/>
              </a:ext>
            </a:extLst>
          </p:cNvPr>
          <p:cNvSpPr txBox="1"/>
          <p:nvPr/>
        </p:nvSpPr>
        <p:spPr>
          <a:xfrm>
            <a:off x="684368" y="4923868"/>
            <a:ext cx="423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dev/c</a:t>
            </a:r>
            <a:r>
              <a:rPr lang="ko-KR" altLang="en-US" b="1" dirty="0"/>
              <a:t> 내용을 남기고 </a:t>
            </a:r>
            <a:r>
              <a:rPr lang="en-US" altLang="ko-KR" b="1" dirty="0"/>
              <a:t>dev/b </a:t>
            </a:r>
            <a:r>
              <a:rPr lang="ko-KR" altLang="en-US" b="1" dirty="0"/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409441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FF0CDD-212F-4A08-BD67-5723A265C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80" y="1242369"/>
            <a:ext cx="3010320" cy="32865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0E7F518-2E87-4794-9163-47574210D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03" y="1242369"/>
            <a:ext cx="2638793" cy="1952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493003-ACDA-4958-841C-BCA68A984B7A}"/>
              </a:ext>
            </a:extLst>
          </p:cNvPr>
          <p:cNvSpPr txBox="1"/>
          <p:nvPr/>
        </p:nvSpPr>
        <p:spPr>
          <a:xfrm>
            <a:off x="26504" y="26504"/>
            <a:ext cx="4527073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두번째 </a:t>
            </a:r>
            <a:r>
              <a:rPr lang="en-US" altLang="ko-KR" sz="2800" b="1" dirty="0"/>
              <a:t>merge </a:t>
            </a:r>
            <a:r>
              <a:rPr lang="ko-KR" altLang="en-US" sz="2800" b="1" dirty="0"/>
              <a:t>충돌 테스트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8C850-1F87-4027-AEF7-C2192AB16799}"/>
              </a:ext>
            </a:extLst>
          </p:cNvPr>
          <p:cNvSpPr txBox="1"/>
          <p:nvPr/>
        </p:nvSpPr>
        <p:spPr>
          <a:xfrm>
            <a:off x="784880" y="4852266"/>
            <a:ext cx="423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dev/c</a:t>
            </a:r>
            <a:r>
              <a:rPr lang="ko-KR" altLang="en-US" b="1" dirty="0"/>
              <a:t> 내용을 남기고 </a:t>
            </a:r>
            <a:r>
              <a:rPr lang="en-US" altLang="ko-KR" b="1" dirty="0"/>
              <a:t>dev/b </a:t>
            </a:r>
            <a:r>
              <a:rPr lang="ko-KR" altLang="en-US" b="1" dirty="0"/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241129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8C674A-CBE5-4182-A837-229578846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3" y="902152"/>
            <a:ext cx="12127017" cy="3410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755EA-47A9-4476-BCCC-A817EE22E6BE}"/>
              </a:ext>
            </a:extLst>
          </p:cNvPr>
          <p:cNvSpPr txBox="1"/>
          <p:nvPr/>
        </p:nvSpPr>
        <p:spPr>
          <a:xfrm>
            <a:off x="26504" y="26504"/>
            <a:ext cx="2619628" cy="52322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최종 </a:t>
            </a:r>
            <a:r>
              <a:rPr lang="en-US" altLang="ko-KR" sz="2800" b="1" dirty="0"/>
              <a:t>git graph</a:t>
            </a:r>
            <a:endParaRPr lang="ko-KR" alt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81707-CB09-472E-A111-64B81A53408B}"/>
              </a:ext>
            </a:extLst>
          </p:cNvPr>
          <p:cNvSpPr txBox="1"/>
          <p:nvPr/>
        </p:nvSpPr>
        <p:spPr>
          <a:xfrm>
            <a:off x="143523" y="4428196"/>
            <a:ext cx="2385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dev/b sub.cpp </a:t>
            </a:r>
            <a:r>
              <a:rPr lang="ko-KR" altLang="en-US" b="1" dirty="0"/>
              <a:t>수정 </a:t>
            </a:r>
            <a:endParaRPr lang="en-US" altLang="ko-KR" b="1" dirty="0"/>
          </a:p>
          <a:p>
            <a:r>
              <a:rPr lang="en-US" altLang="ko-KR" b="1" dirty="0"/>
              <a:t>dev/c mul.cpp </a:t>
            </a:r>
            <a:r>
              <a:rPr lang="ko-KR" altLang="en-US" b="1" dirty="0"/>
              <a:t>수정 </a:t>
            </a:r>
            <a:endParaRPr lang="en-US" altLang="ko-KR" b="1" dirty="0"/>
          </a:p>
          <a:p>
            <a:r>
              <a:rPr lang="en-US" altLang="ko-KR" b="1" dirty="0"/>
              <a:t>main calc.cpp </a:t>
            </a:r>
            <a:r>
              <a:rPr lang="ko-KR" altLang="en-US" b="1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49995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98</Words>
  <Application>Microsoft Office PowerPoint</Application>
  <PresentationFormat>와이드스크린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9</cp:revision>
  <dcterms:created xsi:type="dcterms:W3CDTF">2026-06-07T05:47:53Z</dcterms:created>
  <dcterms:modified xsi:type="dcterms:W3CDTF">2026-06-07T06:27:22Z</dcterms:modified>
</cp:coreProperties>
</file>